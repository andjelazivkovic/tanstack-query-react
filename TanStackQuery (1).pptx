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6" r:id="rId4"/>
    <p:sldMasterId id="214748374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IBM Plex Sans"/>
      <p:regular r:id="rId22"/>
      <p:bold r:id="rId23"/>
      <p:italic r:id="rId24"/>
      <p:boldItalic r:id="rId25"/>
    </p:embeddedFont>
    <p:embeddedFont>
      <p:font typeface="Sora SemiBold"/>
      <p:regular r:id="rId26"/>
      <p:bold r:id="rId27"/>
    </p:embeddedFont>
    <p:embeddedFont>
      <p:font typeface="IBM Plex Sans Medium"/>
      <p:regular r:id="rId28"/>
      <p:bold r:id="rId29"/>
      <p:italic r:id="rId30"/>
      <p:boldItalic r:id="rId31"/>
    </p:embeddedFont>
    <p:embeddedFont>
      <p:font typeface="Sora Light"/>
      <p:regular r:id="rId32"/>
      <p:bold r:id="rId33"/>
    </p:embeddedFont>
    <p:embeddedFont>
      <p:font typeface="Sora ExtraLight"/>
      <p:regular r:id="rId34"/>
      <p:bold r:id="rId35"/>
    </p:embeddedFont>
    <p:embeddedFont>
      <p:font typeface="Sora"/>
      <p:regular r:id="rId36"/>
      <p:bold r:id="rId37"/>
    </p:embeddedFont>
    <p:embeddedFont>
      <p:font typeface="Sora Medium"/>
      <p:regular r:id="rId38"/>
      <p:bold r:id="rId39"/>
    </p:embeddedFont>
    <p:embeddedFont>
      <p:font typeface="IBM Plex Sans SemiBold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regular.fntdata"/><Relationship Id="rId42" Type="http://schemas.openxmlformats.org/officeDocument/2006/relationships/font" Target="fonts/IBMPlexSansSemiBold-italic.fntdata"/><Relationship Id="rId41" Type="http://schemas.openxmlformats.org/officeDocument/2006/relationships/font" Target="fonts/IBMPlexSansSemiBold-bold.fntdata"/><Relationship Id="rId43" Type="http://schemas.openxmlformats.org/officeDocument/2006/relationships/font" Target="fonts/IBMPlexSa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Medium-boldItalic.fntdata"/><Relationship Id="rId30" Type="http://schemas.openxmlformats.org/officeDocument/2006/relationships/font" Target="fonts/IBMPlexSansMedium-italic.fntdata"/><Relationship Id="rId33" Type="http://schemas.openxmlformats.org/officeDocument/2006/relationships/font" Target="fonts/SoraLight-bold.fntdata"/><Relationship Id="rId32" Type="http://schemas.openxmlformats.org/officeDocument/2006/relationships/font" Target="fonts/SoraLight-regular.fntdata"/><Relationship Id="rId35" Type="http://schemas.openxmlformats.org/officeDocument/2006/relationships/font" Target="fonts/SoraExtraLight-bold.fntdata"/><Relationship Id="rId34" Type="http://schemas.openxmlformats.org/officeDocument/2006/relationships/font" Target="fonts/SoraExtraLight-regular.fntdata"/><Relationship Id="rId37" Type="http://schemas.openxmlformats.org/officeDocument/2006/relationships/font" Target="fonts/Sora-bold.fntdata"/><Relationship Id="rId36" Type="http://schemas.openxmlformats.org/officeDocument/2006/relationships/font" Target="fonts/Sora-regular.fntdata"/><Relationship Id="rId39" Type="http://schemas.openxmlformats.org/officeDocument/2006/relationships/font" Target="fonts/SoraMedium-bold.fntdata"/><Relationship Id="rId38" Type="http://schemas.openxmlformats.org/officeDocument/2006/relationships/font" Target="fonts/SoraMedium-regular.fntdata"/><Relationship Id="rId20" Type="http://schemas.openxmlformats.org/officeDocument/2006/relationships/slide" Target="slides/slide14.xml"/><Relationship Id="rId22" Type="http://schemas.openxmlformats.org/officeDocument/2006/relationships/font" Target="fonts/IBMPlexSans-regular.fntdata"/><Relationship Id="rId21" Type="http://schemas.openxmlformats.org/officeDocument/2006/relationships/slide" Target="slides/slide15.xml"/><Relationship Id="rId24" Type="http://schemas.openxmlformats.org/officeDocument/2006/relationships/font" Target="fonts/IBMPlexSans-italic.fntdata"/><Relationship Id="rId23" Type="http://schemas.openxmlformats.org/officeDocument/2006/relationships/font" Target="fonts/IBMPlexSans-bold.fntdata"/><Relationship Id="rId26" Type="http://schemas.openxmlformats.org/officeDocument/2006/relationships/font" Target="fonts/SoraSemiBold-regular.fntdata"/><Relationship Id="rId25" Type="http://schemas.openxmlformats.org/officeDocument/2006/relationships/font" Target="fonts/IBMPlexSans-boldItalic.fntdata"/><Relationship Id="rId28" Type="http://schemas.openxmlformats.org/officeDocument/2006/relationships/font" Target="fonts/IBMPlexSansMedium-regular.fntdata"/><Relationship Id="rId27" Type="http://schemas.openxmlformats.org/officeDocument/2006/relationships/font" Target="fonts/SoraSemiBold-bold.fntdata"/><Relationship Id="rId29" Type="http://schemas.openxmlformats.org/officeDocument/2006/relationships/font" Target="fonts/IBMPlexSans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5" name="Google Shape;17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2" name="Google Shape;17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9" name="Google Shape;17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8" name="Google Shape;17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6" name="Google Shape;18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0" name="Google Shape;18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3" name="Google Shape;18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3c6c0407a9d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3c6c0407a9d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0" name="Google Shape;18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3c6c0407a9d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3c6c0407a9d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2" name="Google Shape;18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8" name="Google Shape;18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4" name="Google Shape;18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3c6c0407a9d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3c6c0407a9d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5" name="Google Shape;189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4" name="Google Shape;64;p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65" name="Google Shape;65;p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66" name="Google Shape;66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7" name="Google Shape;67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8" name="Google Shape;6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9" name="Google Shape;6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8" name="Google Shape;7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9" name="Google Shape;79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" name="Google Shape;8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3" name="Google Shape;8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4" name="Google Shape;8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5" name="Google Shape;85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6" name="Google Shape;86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91" name="Google Shape;91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92" name="Google Shape;92;p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" name="Google Shape;93;p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" name="Google Shape;94;p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5" name="Google Shape;95;p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6" name="Google Shape;96;p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7" name="Google Shape;97;p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98" name="Google Shape;98;p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9" name="Google Shape;99;p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0" name="Google Shape;100;p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" name="Google Shape;101;p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2" name="Google Shape;102;p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4" name="Google Shape;104;p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5" name="Google Shape;105;p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6" name="Google Shape;106;p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7" name="Google Shape;107;p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8" name="Google Shape;108;p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1" name="Google Shape;111;p4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4" name="Google Shape;114;p4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9pPr>
          </a:lstStyle>
          <a:p/>
        </p:txBody>
      </p:sp>
      <p:sp>
        <p:nvSpPr>
          <p:cNvPr id="115" name="Google Shape;115;p4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6" name="Google Shape;116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9" name="Google Shape;119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0" name="Google Shape;120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1" name="Google Shape;12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6" name="Google Shape;126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7" name="Google Shape;127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2" name="Google Shape;132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3" name="Google Shape;13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8" name="Google Shape;138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9" name="Google Shape;13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0" name="Google Shape;14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" name="Google Shape;14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4" name="Google Shape;144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45" name="Google Shape;145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46" name="Google Shape;146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47" name="Google Shape;147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1" name="Google Shape;151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52" name="Google Shape;152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6" name="Google Shape;156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61" name="Google Shape;161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62" name="Google Shape;162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66" name="Google Shape;166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67" name="Google Shape;167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8" name="Google Shape;168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9" name="Google Shape;169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170" name="Google Shape;170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1" name="Google Shape;171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72" name="Google Shape;172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173" name="Google Shape;173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177" name="Google Shape;177;p6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6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6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6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6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6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6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6" name="Google Shape;186;p6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187" name="Google Shape;187;p6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8" name="Google Shape;188;p6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89" name="Google Shape;189;p6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0" name="Google Shape;190;p6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7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193" name="Google Shape;193;p7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194" name="Google Shape;194;p7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7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7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7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7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9" name="Google Shape;199;p7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00" name="Google Shape;200;p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3" name="Google Shape;203;p7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4" name="Google Shape;204;p7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05" name="Google Shape;205;p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8" name="Google Shape;208;p7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09" name="Google Shape;209;p7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0" name="Google Shape;210;p7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12" name="Google Shape;212;p7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3921"/>
              </a:schemeClr>
            </a:outerShdw>
          </a:effectLst>
        </p:spPr>
      </p:sp>
      <p:cxnSp>
        <p:nvCxnSpPr>
          <p:cNvPr id="213" name="Google Shape;213;p7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7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7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7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217" name="Google Shape;217;p7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18" name="Google Shape;218;p7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219" name="Google Shape;219;p7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20" name="Google Shape;220;p7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21" name="Google Shape;221;p7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222" name="Google Shape;222;p7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23" name="Google Shape;223;p7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4" name="Google Shape;224;p7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25" name="Google Shape;225;p7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26" name="Google Shape;226;p7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227" name="Google Shape;227;p7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0" name="Google Shape;230;p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34" name="Google Shape;234;p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8" name="Google Shape;238;p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9" name="Google Shape;239;p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41" name="Google Shape;241;p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42" name="Google Shape;242;p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43" name="Google Shape;243;p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48" name="Google Shape;248;p9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49" name="Google Shape;249;p9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50" name="Google Shape;250;p9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51" name="Google Shape;251;p9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2" name="Google Shape;252;p9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3" name="Google Shape;253;p9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4" name="Google Shape;254;p9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5" name="Google Shape;255;p9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56" name="Google Shape;256;p9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7" name="Google Shape;257;p9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0" name="Google Shape;260;p10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0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2" name="Google Shape;262;p10"/>
          <p:cNvSpPr txBox="1"/>
          <p:nvPr>
            <p:ph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10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1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266" name="Google Shape;266;p11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267" name="Google Shape;267;p11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68" name="Google Shape;268;p1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9" name="Google Shape;269;p1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0" name="Google Shape;270;p1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1" name="Google Shape;271;p1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2" name="Google Shape;272;p1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73" name="Google Shape;273;p11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74" name="Google Shape;274;p1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5" name="Google Shape;275;p1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6" name="Google Shape;276;p1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7" name="Google Shape;277;p1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8" name="Google Shape;278;p1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79" name="Google Shape;279;p11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80" name="Google Shape;280;p1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81" name="Google Shape;281;p1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82" name="Google Shape;282;p1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83" name="Google Shape;283;p1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84" name="Google Shape;284;p1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5" name="Google Shape;285;p11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86" name="Google Shape;286;p1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87" name="Google Shape;287;p1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88" name="Google Shape;288;p1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89" name="Google Shape;289;p1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90" name="Google Shape;290;p1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291" name="Google Shape;291;p11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2" name="Google Shape;292;p11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4" name="Google Shape;294;p11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5" name="Google Shape;295;p11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6" name="Google Shape;296;p11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297" name="Google Shape;297;p11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8" name="Google Shape;298;p11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99" name="Google Shape;299;p1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12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302" name="Google Shape;302;p1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303" name="Google Shape;303;p1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304" name="Google Shape;304;p1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5" name="Google Shape;305;p1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6" name="Google Shape;306;p1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7" name="Google Shape;307;p1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8" name="Google Shape;308;p1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09" name="Google Shape;309;p1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310" name="Google Shape;310;p1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1" name="Google Shape;311;p1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2" name="Google Shape;312;p1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3" name="Google Shape;313;p1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4" name="Google Shape;314;p1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15" name="Google Shape;315;p1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316" name="Google Shape;316;p1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7" name="Google Shape;317;p1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8" name="Google Shape;318;p1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9" name="Google Shape;319;p1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0" name="Google Shape;320;p1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21" name="Google Shape;321;p12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322" name="Google Shape;322;p1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3" name="Google Shape;323;p1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4" name="Google Shape;324;p1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5" name="Google Shape;325;p1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6" name="Google Shape;326;p1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27" name="Google Shape;327;p1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28" name="Google Shape;328;p1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12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58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0" name="Google Shape;330;p12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784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196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2" name="Google Shape;332;p12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333" name="Google Shape;333;p12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4" name="Google Shape;334;p1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37" name="Google Shape;337;p13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338" name="Google Shape;338;p13"/>
          <p:cNvGrpSpPr/>
          <p:nvPr/>
        </p:nvGrpSpPr>
        <p:grpSpPr>
          <a:xfrm>
            <a:off x="25" y="4625"/>
            <a:ext cx="2329792" cy="795413"/>
            <a:chOff x="21" y="-511"/>
            <a:chExt cx="2329792" cy="800617"/>
          </a:xfrm>
        </p:grpSpPr>
        <p:grpSp>
          <p:nvGrpSpPr>
            <p:cNvPr id="339" name="Google Shape;339;p13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340" name="Google Shape;340;p13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1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3" name="Google Shape;343;p1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1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5" name="Google Shape;345;p13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346" name="Google Shape;346;p13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7" name="Google Shape;347;p1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8" name="Google Shape;348;p1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1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1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351" name="Google Shape;351;p13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52" name="Google Shape;352;p13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3" name="Google Shape;353;p13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4" name="Google Shape;354;p13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5" name="Google Shape;355;p1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13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1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14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360" name="Google Shape;360;p1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1" name="Google Shape;361;p1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2" name="Google Shape;362;p1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3" name="Google Shape;363;p1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4" name="Google Shape;364;p1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5" name="Google Shape;365;p1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66" name="Google Shape;366;p1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67" name="Google Shape;367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8" name="Google Shape;368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1" name="Google Shape;371;p1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4" name="Google Shape;374;p1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76" name="Google Shape;376;p1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7" name="Google Shape;377;p14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378" name="Google Shape;378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1" name="Google Shape;381;p15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grpSp>
        <p:nvGrpSpPr>
          <p:cNvPr id="382" name="Google Shape;382;p15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383" name="Google Shape;383;p15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86" name="Google Shape;386;p15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15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5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15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15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15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92" name="Google Shape;392;p15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93" name="Google Shape;393;p15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94" name="Google Shape;394;p15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95" name="Google Shape;395;p15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8" name="Google Shape;398;p1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99" name="Google Shape;399;p1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400" name="Google Shape;400;p1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401" name="Google Shape;401;p1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02" name="Google Shape;402;p1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03" name="Google Shape;403;p1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04" name="Google Shape;404;p1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05" name="Google Shape;405;p1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406" name="Google Shape;406;p1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08" name="Google Shape;408;p1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09" name="Google Shape;409;p1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0" name="Google Shape;410;p1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411" name="Google Shape;411;p1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2" name="Google Shape;412;p1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1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15" name="Google Shape;415;p1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19"/>
              </a:schemeClr>
            </a:outerShdw>
          </a:effectLst>
        </p:spPr>
      </p:sp>
      <p:sp>
        <p:nvSpPr>
          <p:cNvPr id="416" name="Google Shape;416;p1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417" name="Google Shape;417;p1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8" name="Google Shape;418;p1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9" name="Google Shape;419;p1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0" name="Google Shape;420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3" name="Google Shape;423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4" name="Google Shape;424;p1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425" name="Google Shape;425;p1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8" name="Google Shape;428;p1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9" name="Google Shape;429;p1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30" name="Google Shape;430;p1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31" name="Google Shape;431;p1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32" name="Google Shape;432;p1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33" name="Google Shape;433;p1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34" name="Google Shape;434;p1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1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36" name="Google Shape;436;p1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37" name="Google Shape;437;p1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438" name="Google Shape;438;p1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439" name="Google Shape;439;p1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440" name="Google Shape;440;p1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441" name="Google Shape;441;p1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442" name="Google Shape;442;p1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443" name="Google Shape;443;p1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444" name="Google Shape;444;p1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445" name="Google Shape;445;p1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446" name="Google Shape;446;p1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9pPr>
          </a:lstStyle>
          <a:p/>
        </p:txBody>
      </p:sp>
      <p:sp>
        <p:nvSpPr>
          <p:cNvPr id="447" name="Google Shape;447;p1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0" name="Google Shape;450;p1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51" name="Google Shape;451;p1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52" name="Google Shape;452;p1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53" name="Google Shape;453;p1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54" name="Google Shape;454;p1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55" name="Google Shape;455;p1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56" name="Google Shape;456;p1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57" name="Google Shape;457;p1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8" name="Google Shape;458;p1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9" name="Google Shape;459;p1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0" name="Google Shape;460;p1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1" name="Google Shape;461;p1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2" name="Google Shape;462;p1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3" name="Google Shape;463;p1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4" name="Google Shape;464;p1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5" name="Google Shape;465;p1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6" name="Google Shape;466;p1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7" name="Google Shape;467;p1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8" name="Google Shape;468;p1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9" name="Google Shape;469;p1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2" name="Google Shape;472;p2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3" name="Google Shape;473;p2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74" name="Google Shape;474;p2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75" name="Google Shape;475;p2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76" name="Google Shape;476;p2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7" name="Google Shape;477;p2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1" name="Google Shape;481;p2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2" name="Google Shape;482;p2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5" name="Google Shape;485;p2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6" name="Google Shape;486;p2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87" name="Google Shape;487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0" name="Google Shape;490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1" name="Google Shape;491;p2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2" name="Google Shape;492;p2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3" name="Google Shape;493;p2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94" name="Google Shape;494;p2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2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2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7" name="Google Shape;497;p2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8" name="Google Shape;498;p2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9" name="Google Shape;499;p2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00" name="Google Shape;500;p2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01" name="Google Shape;501;p2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02" name="Google Shape;502;p2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03" name="Google Shape;503;p2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4" name="Google Shape;504;p2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07" name="Google Shape;507;p2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08" name="Google Shape;508;p2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09" name="Google Shape;509;p2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10" name="Google Shape;510;p2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11" name="Google Shape;511;p2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12" name="Google Shape;512;p2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13" name="Google Shape;513;p2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14" name="Google Shape;514;p2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15" name="Google Shape;515;p2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16" name="Google Shape;516;p2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17" name="Google Shape;517;p2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18" name="Google Shape;518;p2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19" name="Google Shape;519;p2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0" name="Google Shape;520;p2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1" name="Google Shape;521;p2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2" name="Google Shape;522;p2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23" name="Google Shape;523;p2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6" name="Google Shape;526;p2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527" name="Google Shape;527;p2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528" name="Google Shape;528;p2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9" name="Google Shape;529;p2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30" name="Google Shape;530;p2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31" name="Google Shape;531;p2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32" name="Google Shape;532;p2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33" name="Google Shape;533;p2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34" name="Google Shape;534;p2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5" name="Google Shape;535;p2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6" name="Google Shape;536;p2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7" name="Google Shape;537;p2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8" name="Google Shape;538;p2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9" name="Google Shape;539;p2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oogle Shape;541;p2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42" name="Google Shape;542;p2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43" name="Google Shape;543;p2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0" name="Google Shape;550;p2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53" name="Google Shape;553;p2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54" name="Google Shape;554;p2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58" name="Google Shape;55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0" name="Google Shape;560;p2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1" name="Google Shape;561;p2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562" name="Google Shape;562;p2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63" name="Google Shape;563;p2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3921"/>
              </a:schemeClr>
            </a:outerShdw>
          </a:effectLst>
        </p:spPr>
      </p:sp>
      <p:sp>
        <p:nvSpPr>
          <p:cNvPr id="564" name="Google Shape;564;p2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90" name="Google Shape;890;p5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91" name="Google Shape;891;p5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92" name="Google Shape;892;p5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893" name="Google Shape;893;p5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894" name="Google Shape;894;p5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895" name="Google Shape;895;p5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896" name="Google Shape;896;p5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897" name="Google Shape;897;p5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98" name="Google Shape;898;p5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99" name="Google Shape;899;p5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0" name="Google Shape;900;p5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1" name="Google Shape;901;p5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02" name="Google Shape;902;p5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903" name="Google Shape;903;p5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4" name="Google Shape;904;p5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5" name="Google Shape;905;p5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6" name="Google Shape;906;p5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07" name="Google Shape;907;p5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8" name="Google Shape;908;p5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9" name="Google Shape;909;p5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0" name="Google Shape;910;p5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1" name="Google Shape;911;p5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12" name="Google Shape;912;p5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913" name="Google Shape;913;p5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4" name="Google Shape;914;p5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915" name="Google Shape;915;p5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916" name="Google Shape;916;p5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8" name="Google Shape;918;p5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919" name="Google Shape;919;p5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920" name="Google Shape;920;p5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21" name="Google Shape;921;p5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2" name="Google Shape;922;p5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3" name="Google Shape;923;p5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4" name="Google Shape;924;p5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5" name="Google Shape;925;p5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6" name="Google Shape;926;p5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27" name="Google Shape;927;p5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8" name="Google Shape;928;p5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9" name="Google Shape;929;p5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0" name="Google Shape;930;p5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1" name="Google Shape;931;p5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32" name="Google Shape;932;p5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3" name="Google Shape;933;p5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4" name="Google Shape;934;p5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5" name="Google Shape;935;p5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6" name="Google Shape;936;p5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7" name="Google Shape;937;p5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38" name="Google Shape;938;p5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9" name="Google Shape;939;p5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0" name="Google Shape;940;p5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1" name="Google Shape;941;p5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2" name="Google Shape;942;p5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3" name="Google Shape;943;p5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944" name="Google Shape;944;p5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945" name="Google Shape;945;p5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6" name="Google Shape;946;p5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7" name="Google Shape;947;p5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8" name="Google Shape;948;p5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9" name="Google Shape;949;p5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50" name="Google Shape;950;p5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51" name="Google Shape;951;p5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952" name="Google Shape;952;p5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954;p5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955" name="Google Shape;955;p5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956" name="Google Shape;956;p5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57" name="Google Shape;957;p5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8" name="Google Shape;958;p5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9" name="Google Shape;959;p5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0" name="Google Shape;960;p5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1" name="Google Shape;961;p5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62" name="Google Shape;962;p5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3" name="Google Shape;963;p5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4" name="Google Shape;964;p5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5" name="Google Shape;965;p5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6" name="Google Shape;966;p5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7" name="Google Shape;967;p5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68" name="Google Shape;968;p5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9" name="Google Shape;969;p5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0" name="Google Shape;970;p5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1" name="Google Shape;971;p5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2" name="Google Shape;972;p5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3" name="Google Shape;973;p5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74" name="Google Shape;974;p5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75" name="Google Shape;975;p5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6" name="Google Shape;976;p5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7" name="Google Shape;977;p5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8" name="Google Shape;978;p5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9" name="Google Shape;979;p5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980" name="Google Shape;980;p5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981" name="Google Shape;981;p5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2" name="Google Shape;982;p5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3" name="Google Shape;983;p5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4" name="Google Shape;984;p5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5" name="Google Shape;985;p5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986" name="Google Shape;986;p5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87" name="Google Shape;987;p5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9" name="Google Shape;989;p5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990" name="Google Shape;990;p5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991" name="Google Shape;991;p5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2" name="Google Shape;992;p5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3" name="Google Shape;993;p5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4" name="Google Shape;994;p5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5" name="Google Shape;995;p5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6" name="Google Shape;996;p5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97" name="Google Shape;997;p5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8" name="Google Shape;998;p5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9" name="Google Shape;999;p5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0" name="Google Shape;1000;p5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1" name="Google Shape;1001;p5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2" name="Google Shape;1002;p5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03" name="Google Shape;1003;p5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04" name="Google Shape;1004;p5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5" name="Google Shape;1005;p5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6" name="Google Shape;1006;p5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7" name="Google Shape;1007;p5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8" name="Google Shape;1008;p5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09" name="Google Shape;1009;p5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10" name="Google Shape;1010;p5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1" name="Google Shape;1011;p5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2" name="Google Shape;1012;p5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3" name="Google Shape;1013;p5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4" name="Google Shape;1014;p5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5" name="Google Shape;1015;p5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016" name="Google Shape;1016;p5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017" name="Google Shape;1017;p5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018" name="Google Shape;1018;p5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19" name="Google Shape;1019;p5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20" name="Google Shape;1020;p5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21" name="Google Shape;1021;p5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022" name="Google Shape;1022;p5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023" name="Google Shape;1023;p5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24" name="Google Shape;1024;p5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25" name="Google Shape;1025;p5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26" name="Google Shape;1026;p5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027" name="Google Shape;1027;p5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028" name="Google Shape;1028;p5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29" name="Google Shape;1029;p5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30" name="Google Shape;1030;p5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31" name="Google Shape;1031;p5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032" name="Google Shape;1032;p5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033" name="Google Shape;1033;p5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34" name="Google Shape;1034;p5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35" name="Google Shape;1035;p5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36" name="Google Shape;1036;p5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037" name="Google Shape;1037;p5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038" name="Google Shape;1038;p5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039" name="Google Shape;1039;p5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040" name="Google Shape;1040;p5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041" name="Google Shape;1041;p5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42" name="Google Shape;1042;p5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043" name="Google Shape;1043;p5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044" name="Google Shape;1044;p5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5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7" name="Google Shape;1047;p5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8" name="Google Shape;1048;p5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9" name="Google Shape;1049;p5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0" name="Google Shape;1050;p5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051" name="Google Shape;1051;p5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052" name="Google Shape;1052;p5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3" name="Google Shape;1053;p5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4" name="Google Shape;1054;p5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55" name="Google Shape;1055;p5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56" name="Google Shape;1056;p5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57" name="Google Shape;1057;p5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058" name="Google Shape;1058;p5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059" name="Google Shape;1059;p5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060" name="Google Shape;1060;p5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61" name="Google Shape;1061;p5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62" name="Google Shape;1062;p5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5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5" name="Google Shape;1065;p5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6" name="Google Shape;1066;p5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7" name="Google Shape;1067;p5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68" name="Google Shape;1068;p5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069" name="Google Shape;1069;p5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70" name="Google Shape;1070;p5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5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073" name="Google Shape;1073;p5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074" name="Google Shape;1074;p5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075" name="Google Shape;1075;p5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076" name="Google Shape;1076;p5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77" name="Google Shape;1077;p5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78" name="Google Shape;1078;p5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79" name="Google Shape;1079;p5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0" name="Google Shape;1080;p5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081" name="Google Shape;1081;p5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1082" name="Google Shape;1082;p5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3" name="Google Shape;1083;p5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4" name="Google Shape;1084;p5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5" name="Google Shape;1085;p5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6" name="Google Shape;1086;p5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087" name="Google Shape;1087;p5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88" name="Google Shape;1088;p5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9" name="Google Shape;1089;p5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90" name="Google Shape;1090;p5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91" name="Google Shape;1091;p5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92" name="Google Shape;1092;p5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93" name="Google Shape;1093;p5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5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96" name="Google Shape;1096;p5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97" name="Google Shape;1097;p5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1098" name="Google Shape;1098;p5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9" name="Google Shape;1099;p5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1" name="Google Shape;1101;p6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1102" name="Google Shape;1102;p6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1103" name="Google Shape;1103;p6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04" name="Google Shape;1104;p6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05" name="Google Shape;1105;p6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06" name="Google Shape;1106;p6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07" name="Google Shape;1107;p6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08" name="Google Shape;1108;p6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1109" name="Google Shape;1109;p6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10" name="Google Shape;1110;p6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11" name="Google Shape;1111;p6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12" name="Google Shape;1112;p6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13" name="Google Shape;1113;p6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1114" name="Google Shape;1114;p6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15" name="Google Shape;1115;p6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16" name="Google Shape;1116;p6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17" name="Google Shape;1117;p6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118" name="Google Shape;1118;p6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19" name="Google Shape;1119;p6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20" name="Google Shape;1120;p6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6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23" name="Google Shape;1123;p6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1124" name="Google Shape;1124;p6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1125" name="Google Shape;1125;p6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26" name="Google Shape;1126;p6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27" name="Google Shape;1127;p6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28" name="Google Shape;1128;p6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9" name="Google Shape;1129;p6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0" name="Google Shape;1130;p6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1" name="Google Shape;1131;p6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2" name="Google Shape;1132;p6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3" name="Google Shape;1133;p6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34" name="Google Shape;1134;p6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1135" name="Google Shape;1135;p6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136" name="Google Shape;1136;p6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137" name="Google Shape;1137;p6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6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0" name="Google Shape;1140;p6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1141" name="Google Shape;1141;p6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142" name="Google Shape;1142;p6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143" name="Google Shape;1143;p6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4" name="Google Shape;1144;p6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5" name="Google Shape;1145;p6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6" name="Google Shape;1146;p6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7" name="Google Shape;1147;p6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8" name="Google Shape;1148;p6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9" name="Google Shape;1149;p6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50" name="Google Shape;1150;p6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51" name="Google Shape;1151;p6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52" name="Google Shape;1152;p6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153" name="Google Shape;1153;p6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54" name="Google Shape;1154;p6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6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157" name="Google Shape;1157;p6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1158" name="Google Shape;1158;p6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159" name="Google Shape;1159;p6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1160" name="Google Shape;1160;p6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61" name="Google Shape;1161;p6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62" name="Google Shape;1162;p6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63" name="Google Shape;1163;p6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64" name="Google Shape;1164;p6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1165" name="Google Shape;1165;p6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66" name="Google Shape;1166;p6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6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9" name="Google Shape;1169;p6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170" name="Google Shape;1170;p6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1171" name="Google Shape;1171;p6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1172" name="Google Shape;1172;p6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3" name="Google Shape;1173;p6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4" name="Google Shape;1174;p6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5" name="Google Shape;1175;p6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76" name="Google Shape;1176;p6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1177" name="Google Shape;1177;p6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8" name="Google Shape;1178;p6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9" name="Google Shape;1179;p6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0" name="Google Shape;1180;p6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81" name="Google Shape;1181;p6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1182" name="Google Shape;1182;p6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3" name="Google Shape;1183;p6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4" name="Google Shape;1184;p6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5" name="Google Shape;1185;p6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186" name="Google Shape;1186;p6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1187" name="Google Shape;1187;p6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188" name="Google Shape;1188;p6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9" name="Google Shape;1189;p6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90" name="Google Shape;1190;p6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91" name="Google Shape;1191;p6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6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94" name="Google Shape;1194;p6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95" name="Google Shape;1195;p6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96" name="Google Shape;1196;p6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6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99" name="Google Shape;1199;p6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00" name="Google Shape;1200;p6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01" name="Google Shape;1201;p6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02" name="Google Shape;1202;p6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03" name="Google Shape;1203;p6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04" name="Google Shape;1204;p6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05" name="Google Shape;1205;p6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06" name="Google Shape;1206;p6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07" name="Google Shape;1207;p6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08" name="Google Shape;1208;p6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209" name="Google Shape;1209;p6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210" name="Google Shape;1210;p6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211" name="Google Shape;1211;p6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212" name="Google Shape;1212;p6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213" name="Google Shape;1213;p6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214" name="Google Shape;1214;p6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1215" name="Google Shape;1215;p6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1216" name="Google Shape;1216;p6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1217" name="Google Shape;1217;p6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218" name="Google Shape;1218;p6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6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21" name="Google Shape;1221;p6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22" name="Google Shape;1222;p6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23" name="Google Shape;1223;p6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24" name="Google Shape;1224;p6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25" name="Google Shape;1225;p6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26" name="Google Shape;1226;p6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27" name="Google Shape;1227;p6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28" name="Google Shape;1228;p6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29" name="Google Shape;1229;p6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30" name="Google Shape;1230;p6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31" name="Google Shape;1231;p6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2" name="Google Shape;1232;p6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3" name="Google Shape;1233;p6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4" name="Google Shape;1234;p6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5" name="Google Shape;1235;p6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6" name="Google Shape;1236;p6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7" name="Google Shape;1237;p6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8" name="Google Shape;1238;p6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9" name="Google Shape;1239;p6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0" name="Google Shape;1240;p6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6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43" name="Google Shape;1243;p6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44" name="Google Shape;1244;p6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245" name="Google Shape;1245;p6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1246" name="Google Shape;1246;p6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1247" name="Google Shape;1247;p6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48" name="Google Shape;1248;p6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49" name="Google Shape;1249;p6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50" name="Google Shape;1250;p6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51" name="Google Shape;1251;p6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252" name="Google Shape;1252;p6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1253" name="Google Shape;1253;p6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54" name="Google Shape;1254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55" name="Google Shape;1255;p6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56" name="Google Shape;1256;p6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257" name="Google Shape;1257;p6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1258" name="Google Shape;1258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59" name="Google Shape;1259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60" name="Google Shape;1260;p6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61" name="Google Shape;1261;p6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262" name="Google Shape;1262;p6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63" name="Google Shape;1263;p6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64" name="Google Shape;1264;p6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1265" name="Google Shape;1265;p6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1266" name="Google Shape;1266;p6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1267" name="Google Shape;1267;p6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68" name="Google Shape;1268;p6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69" name="Google Shape;1269;p6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70" name="Google Shape;1270;p6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271" name="Google Shape;1271;p6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272" name="Google Shape;1272;p6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273" name="Google Shape;1273;p6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74" name="Google Shape;1274;p6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75" name="Google Shape;1275;p6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6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78" name="Google Shape;1278;p6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79" name="Google Shape;1279;p6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80" name="Google Shape;1280;p6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81" name="Google Shape;1281;p6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82" name="Google Shape;1282;p6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83" name="Google Shape;1283;p6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84" name="Google Shape;1284;p6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85" name="Google Shape;1285;p6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86" name="Google Shape;1286;p6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87" name="Google Shape;1287;p6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88" name="Google Shape;1288;p6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89" name="Google Shape;1289;p6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90" name="Google Shape;1290;p6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91" name="Google Shape;1291;p6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92" name="Google Shape;1292;p6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93" name="Google Shape;1293;p6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94" name="Google Shape;1294;p6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7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297" name="Google Shape;1297;p7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1298" name="Google Shape;1298;p7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99" name="Google Shape;1299;p7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00" name="Google Shape;1300;p7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01" name="Google Shape;1301;p7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02" name="Google Shape;1302;p7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03" name="Google Shape;1303;p7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04" name="Google Shape;1304;p7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05" name="Google Shape;1305;p7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06" name="Google Shape;1306;p7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07" name="Google Shape;1307;p7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08" name="Google Shape;1308;p7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309" name="Google Shape;1309;p7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10" name="Google Shape;1310;p7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2" name="Google Shape;1312;p7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1313" name="Google Shape;1313;p7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1314" name="Google Shape;1314;p7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15" name="Google Shape;1315;p7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16" name="Google Shape;1316;p7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17" name="Google Shape;1317;p7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18" name="Google Shape;1318;p7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319" name="Google Shape;1319;p7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1320" name="Google Shape;1320;p7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21" name="Google Shape;1321;p7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22" name="Google Shape;1322;p7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23" name="Google Shape;1323;p7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324" name="Google Shape;1324;p7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1325" name="Google Shape;1325;p7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26" name="Google Shape;1326;p7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27" name="Google Shape;1327;p7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28" name="Google Shape;1328;p7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329" name="Google Shape;1329;p7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30" name="Google Shape;1330;p7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31" name="Google Shape;1331;p7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32" name="Google Shape;1332;p7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333" name="Google Shape;1333;p7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334" name="Google Shape;1334;p7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1335" name="Google Shape;1335;p7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7" name="Google Shape;1337;p7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1338" name="Google Shape;1338;p7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1339" name="Google Shape;1339;p7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40" name="Google Shape;1340;p7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41" name="Google Shape;1341;p7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42" name="Google Shape;1342;p7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43" name="Google Shape;1343;p7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344" name="Google Shape;1344;p7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1345" name="Google Shape;1345;p7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46" name="Google Shape;1346;p7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47" name="Google Shape;1347;p7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48" name="Google Shape;1348;p7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349" name="Google Shape;1349;p7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1350" name="Google Shape;1350;p7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51" name="Google Shape;1351;p7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52" name="Google Shape;1352;p7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53" name="Google Shape;1353;p7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354" name="Google Shape;1354;p7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55" name="Google Shape;1355;p7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56" name="Google Shape;1356;p7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357" name="Google Shape;1357;p7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1358" name="Google Shape;1358;p7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9" name="Google Shape;1359;p7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7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p7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62" name="Google Shape;1362;p7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363" name="Google Shape;1363;p7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64" name="Google Shape;1364;p7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365" name="Google Shape;1365;p7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366" name="Google Shape;1366;p7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67" name="Google Shape;1367;p7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368" name="Google Shape;1368;p7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69" name="Google Shape;1369;p7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370" name="Google Shape;1370;p7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371" name="Google Shape;1371;p7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372" name="Google Shape;1372;p7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4" name="Google Shape;1374;p7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1375" name="Google Shape;1375;p7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1376" name="Google Shape;1376;p7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1377" name="Google Shape;1377;p7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8" name="Google Shape;1378;p7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9" name="Google Shape;1379;p7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0" name="Google Shape;1380;p7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1" name="Google Shape;1381;p7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82" name="Google Shape;1382;p7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83" name="Google Shape;1383;p7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4" name="Google Shape;1384;p7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5" name="Google Shape;1385;p7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6" name="Google Shape;1386;p7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7" name="Google Shape;1387;p7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88" name="Google Shape;1388;p7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1389" name="Google Shape;1389;p7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0" name="Google Shape;1390;p7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1" name="Google Shape;1391;p7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2" name="Google Shape;1392;p7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3" name="Google Shape;1393;p7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94" name="Google Shape;1394;p7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95" name="Google Shape;1395;p7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6" name="Google Shape;1396;p7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7" name="Google Shape;1397;p7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8" name="Google Shape;1398;p7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99" name="Google Shape;1399;p7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400" name="Google Shape;1400;p7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1401" name="Google Shape;1401;p7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402" name="Google Shape;1402;p7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03" name="Google Shape;1403;p7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04" name="Google Shape;1404;p7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05" name="Google Shape;1405;p7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06" name="Google Shape;1406;p7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07" name="Google Shape;1407;p7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8" name="Google Shape;1408;p7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09" name="Google Shape;1409;p7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0" name="Google Shape;1410;p7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1" name="Google Shape;1411;p7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2" name="Google Shape;1412;p7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3" name="Google Shape;1413;p7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14" name="Google Shape;1414;p7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5" name="Google Shape;1415;p7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6" name="Google Shape;1416;p7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7" name="Google Shape;1417;p7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8" name="Google Shape;1418;p7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9" name="Google Shape;1419;p7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20" name="Google Shape;1420;p7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21" name="Google Shape;1421;p7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2" name="Google Shape;1422;p7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3" name="Google Shape;1423;p7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4" name="Google Shape;1424;p7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5" name="Google Shape;1425;p7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26" name="Google Shape;1426;p7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27" name="Google Shape;1427;p7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28" name="Google Shape;1428;p7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29" name="Google Shape;1429;p7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30" name="Google Shape;1430;p7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31" name="Google Shape;1431;p7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32" name="Google Shape;1432;p7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33" name="Google Shape;1433;p7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34" name="Google Shape;1434;p7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35" name="Google Shape;1435;p7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36" name="Google Shape;1436;p7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37" name="Google Shape;1437;p7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38" name="Google Shape;1438;p7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39" name="Google Shape;1439;p7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40" name="Google Shape;1440;p7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41" name="Google Shape;1441;p7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42" name="Google Shape;1442;p7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43" name="Google Shape;1443;p7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7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46" name="Google Shape;1446;p7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1447" name="Google Shape;1447;p7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8" name="Google Shape;1448;p7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9" name="Google Shape;1449;p7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50" name="Google Shape;1450;p7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51" name="Google Shape;1451;p7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52" name="Google Shape;1452;p7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453" name="Google Shape;1453;p7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54" name="Google Shape;1454;p7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55" name="Google Shape;1455;p7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56" name="Google Shape;1456;p7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57" name="Google Shape;1457;p7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58" name="Google Shape;1458;p7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59" name="Google Shape;1459;p7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60" name="Google Shape;1460;p7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61" name="Google Shape;1461;p7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62" name="Google Shape;1462;p7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7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65" name="Google Shape;1465;p7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66" name="Google Shape;1466;p7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67" name="Google Shape;1467;p7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468" name="Google Shape;1468;p7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469" name="Google Shape;1469;p7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70" name="Google Shape;1470;p7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71" name="Google Shape;1471;p7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3" name="Google Shape;1473;p7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1474" name="Google Shape;1474;p7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1475" name="Google Shape;1475;p7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476" name="Google Shape;1476;p7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477" name="Google Shape;1477;p7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478" name="Google Shape;1478;p7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1479" name="Google Shape;1479;p7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480" name="Google Shape;1480;p7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481" name="Google Shape;1481;p7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482" name="Google Shape;1482;p7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1483" name="Google Shape;1483;p7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484" name="Google Shape;1484;p7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485" name="Google Shape;1485;p7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486" name="Google Shape;1486;p7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1487" name="Google Shape;1487;p7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488" name="Google Shape;1488;p7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1489" name="Google Shape;1489;p7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1490" name="Google Shape;1490;p7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91" name="Google Shape;1491;p7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92" name="Google Shape;1492;p7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93" name="Google Shape;1493;p7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94" name="Google Shape;1494;p7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495" name="Google Shape;1495;p7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496" name="Google Shape;1496;p7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497" name="Google Shape;1497;p7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498" name="Google Shape;1498;p7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499" name="Google Shape;1499;p7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500" name="Google Shape;1500;p7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501" name="Google Shape;1501;p7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3" name="Google Shape;1503;p7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1504" name="Google Shape;1504;p7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505" name="Google Shape;1505;p7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1506" name="Google Shape;1506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07" name="Google Shape;1507;p7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508" name="Google Shape;1508;p7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509" name="Google Shape;1509;p7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510" name="Google Shape;1510;p7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511" name="Google Shape;1511;p7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512" name="Google Shape;1512;p7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513" name="Google Shape;1513;p7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514" name="Google Shape;1514;p7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515" name="Google Shape;1515;p7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516" name="Google Shape;1516;p7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517" name="Google Shape;1517;p7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8" name="Google Shape;1518;p7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19" name="Google Shape;1519;p7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0" name="Google Shape;1520;p7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21" name="Google Shape;1521;p7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2" name="Google Shape;1522;p7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23" name="Google Shape;1523;p7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4" name="Google Shape;1524;p7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525" name="Google Shape;1525;p7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1526" name="Google Shape;1526;p7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527" name="Google Shape;1527;p7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1528" name="Google Shape;1528;p7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1529" name="Google Shape;1529;p7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530" name="Google Shape;1530;p7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1531" name="Google Shape;1531;p7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532" name="Google Shape;1532;p7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533" name="Google Shape;1533;p7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534" name="Google Shape;1534;p7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535" name="Google Shape;1535;p7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536" name="Google Shape;1536;p7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537" name="Google Shape;1537;p7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538" name="Google Shape;1538;p7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539" name="Google Shape;1539;p7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540" name="Google Shape;1540;p7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541" name="Google Shape;1541;p7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42" name="Google Shape;1542;p7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1543" name="Google Shape;1543;p7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4" name="Google Shape;1544;p7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45" name="Google Shape;1545;p7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46" name="Google Shape;1546;p7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47" name="Google Shape;1547;p7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48" name="Google Shape;1548;p7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9" name="Google Shape;1549;p7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50" name="Google Shape;1550;p7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51" name="Google Shape;1551;p7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7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554" name="Google Shape;1554;p7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555" name="Google Shape;1555;p7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556" name="Google Shape;1556;p7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1557" name="Google Shape;1557;p7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558" name="Google Shape;1558;p7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559" name="Google Shape;1559;p7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0" name="Google Shape;1560;p7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61" name="Google Shape;1561;p7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562" name="Google Shape;1562;p7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3" name="Google Shape;1563;p7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4" name="Google Shape;1564;p7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5" name="Google Shape;1565;p7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66" name="Google Shape;1566;p7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567" name="Google Shape;1567;p7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8" name="Google Shape;1568;p7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9" name="Google Shape;1569;p7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70" name="Google Shape;1570;p7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571" name="Google Shape;1571;p7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2" name="Google Shape;1572;p7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3" name="Google Shape;1573;p7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4" name="Google Shape;1574;p7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5" name="Google Shape;1575;p7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576" name="Google Shape;1576;p7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77" name="Google Shape;1577;p7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78" name="Google Shape;1578;p7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79" name="Google Shape;1579;p7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80" name="Google Shape;1580;p7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81" name="Google Shape;1581;p7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82" name="Google Shape;1582;p7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83" name="Google Shape;1583;p7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4" name="Google Shape;1584;p7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5" name="Google Shape;1585;p7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6" name="Google Shape;1586;p7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7" name="Google Shape;1587;p7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7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90" name="Google Shape;1590;p7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91" name="Google Shape;1591;p7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92" name="Google Shape;1592;p7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93" name="Google Shape;1593;p7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94" name="Google Shape;1594;p7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1595" name="Google Shape;1595;p7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96" name="Google Shape;1596;p7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597" name="Google Shape;1597;p7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598" name="Google Shape;1598;p7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99" name="Google Shape;1599;p7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600" name="Google Shape;1600;p7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601" name="Google Shape;1601;p7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02" name="Google Shape;1602;p7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03" name="Google Shape;1603;p7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04" name="Google Shape;1604;p7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605" name="Google Shape;1605;p7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606" name="Google Shape;1606;p7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07" name="Google Shape;1607;p7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08" name="Google Shape;1608;p7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609" name="Google Shape;1609;p7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610" name="Google Shape;1610;p7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11" name="Google Shape;1611;p7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12" name="Google Shape;1612;p7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13" name="Google Shape;1613;p7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14" name="Google Shape;1614;p7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615" name="Google Shape;1615;p7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16" name="Google Shape;1616;p7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17" name="Google Shape;1617;p7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18" name="Google Shape;1618;p7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19" name="Google Shape;1619;p7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620" name="Google Shape;1620;p7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621" name="Google Shape;1621;p7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622" name="Google Shape;1622;p7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623" name="Google Shape;1623;p7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24" name="Google Shape;1624;p7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25" name="Google Shape;1625;p7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26" name="Google Shape;1626;p7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27" name="Google Shape;1627;p7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28" name="Google Shape;1628;p7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8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31" name="Google Shape;1631;p8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1632" name="Google Shape;1632;p8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1633" name="Google Shape;1633;p8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34" name="Google Shape;1634;p8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35" name="Google Shape;1635;p8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36" name="Google Shape;1636;p8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37" name="Google Shape;1637;p8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8" name="Google Shape;1638;p8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39" name="Google Shape;1639;p8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40" name="Google Shape;1640;p8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41" name="Google Shape;1641;p8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42" name="Google Shape;1642;p8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43" name="Google Shape;1643;p8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44" name="Google Shape;1644;p8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1645" name="Google Shape;1645;p8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46" name="Google Shape;1646;p8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47" name="Google Shape;1647;p8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48" name="Google Shape;1648;p8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49" name="Google Shape;1649;p8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1650" name="Google Shape;1650;p8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1" name="Google Shape;1651;p8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2" name="Google Shape;1652;p8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3" name="Google Shape;1653;p8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654" name="Google Shape;1654;p8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655" name="Google Shape;1655;p8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56" name="Google Shape;1656;p8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57" name="Google Shape;1657;p8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58" name="Google Shape;1658;p8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59" name="Google Shape;1659;p8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60" name="Google Shape;1660;p8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61" name="Google Shape;1661;p8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62" name="Google Shape;1662;p8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63" name="Google Shape;1663;p8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64" name="Google Shape;1664;p8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65" name="Google Shape;1665;p8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8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68" name="Google Shape;1668;p8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8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3" name="Google Shape;1673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6" name="Google Shape;1676;p8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77" name="Google Shape;1677;p8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8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82" name="Google Shape;1682;p8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8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8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87" name="Google Shape;1687;p8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88" name="Google Shape;1688;p8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8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9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4" name="Google Shape;1694;p9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5" name="Google Shape;1695;p9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6" name="Google Shape;1696;p9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7" name="Google Shape;1697;p9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8" name="Google Shape;1698;p9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9" name="Google Shape;1699;p9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02" name="Google Shape;1702;p9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03" name="Google Shape;1703;p9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9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06" name="Google Shape;1706;p9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07" name="Google Shape;1707;p9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08" name="Google Shape;1708;p9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9" name="Google Shape;1709;p9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9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12" name="Google Shape;1712;p9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13" name="Google Shape;1713;p9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14" name="Google Shape;1714;p9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15" name="Google Shape;1715;p9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16" name="Google Shape;1716;p9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17" name="Google Shape;1717;p9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9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20" name="Google Shape;1720;p9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21" name="Google Shape;1721;p9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22" name="Google Shape;1722;p9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23" name="Google Shape;1723;p9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24" name="Google Shape;1724;p9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25" name="Google Shape;1725;p9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26" name="Google Shape;1726;p9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27" name="Google Shape;1727;p9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0" name="Google Shape;1730;p9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9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33" name="Google Shape;1733;p9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734" name="Google Shape;1734;p9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735" name="Google Shape;1735;p9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36" name="Google Shape;1736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7" name="Google Shape;1737;p9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38" name="Google Shape;1738;p9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9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41" name="Google Shape;1741;p9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2" name="Google Shape;1742;p9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3" name="Google Shape;1743;p9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44" name="Google Shape;1744;p9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5" name="Google Shape;1745;p9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46" name="Google Shape;1746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47" name="Google Shape;1747;p9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48" name="Google Shape;1748;p9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49" name="Google Shape;1749;p9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9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10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4" name="Google Shape;1754;p10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5" name="Google Shape;1755;p10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6" name="Google Shape;1756;p10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7" name="Google Shape;1757;p10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8" name="Google Shape;1758;p10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9" name="Google Shape;1759;p10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0" name="Google Shape;1760;p10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61" name="Google Shape;1761;p10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62" name="Google Shape;1762;p10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1.xml"/><Relationship Id="rId41" Type="http://schemas.openxmlformats.org/officeDocument/2006/relationships/slideLayout" Target="../slideLayouts/slideLayout90.xml"/><Relationship Id="rId44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92.xml"/><Relationship Id="rId46" Type="http://schemas.openxmlformats.org/officeDocument/2006/relationships/slideLayout" Target="../slideLayouts/slideLayout95.xml"/><Relationship Id="rId45" Type="http://schemas.openxmlformats.org/officeDocument/2006/relationships/slideLayout" Target="../slideLayouts/slideLayout94.xml"/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48" Type="http://schemas.openxmlformats.org/officeDocument/2006/relationships/slideLayout" Target="../slideLayouts/slideLayout97.xml"/><Relationship Id="rId47" Type="http://schemas.openxmlformats.org/officeDocument/2006/relationships/slideLayout" Target="../slideLayouts/slideLayout96.xml"/><Relationship Id="rId49" Type="http://schemas.openxmlformats.org/officeDocument/2006/relationships/slideLayout" Target="../slideLayouts/slideLayout98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80.xml"/><Relationship Id="rId30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4.xml"/><Relationship Id="rId34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85.xml"/><Relationship Id="rId39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87.xml"/><Relationship Id="rId20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76.xml"/><Relationship Id="rId29" Type="http://schemas.openxmlformats.org/officeDocument/2006/relationships/slideLayout" Target="../slideLayouts/slideLayout78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86" name="Google Shape;886;p5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87" name="Google Shape;887;p5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  <p:sldLayoutId id="2147483731" r:id="rId35"/>
    <p:sldLayoutId id="2147483732" r:id="rId36"/>
    <p:sldLayoutId id="2147483733" r:id="rId37"/>
    <p:sldLayoutId id="2147483734" r:id="rId38"/>
    <p:sldLayoutId id="2147483735" r:id="rId39"/>
    <p:sldLayoutId id="2147483736" r:id="rId40"/>
    <p:sldLayoutId id="2147483737" r:id="rId41"/>
    <p:sldLayoutId id="2147483738" r:id="rId42"/>
    <p:sldLayoutId id="2147483739" r:id="rId43"/>
    <p:sldLayoutId id="2147483740" r:id="rId44"/>
    <p:sldLayoutId id="2147483741" r:id="rId45"/>
    <p:sldLayoutId id="2147483742" r:id="rId46"/>
    <p:sldLayoutId id="2147483743" r:id="rId47"/>
    <p:sldLayoutId id="2147483744" r:id="rId48"/>
    <p:sldLayoutId id="2147483745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101"/>
          <p:cNvSpPr txBox="1"/>
          <p:nvPr>
            <p:ph idx="2" type="subTitle"/>
          </p:nvPr>
        </p:nvSpPr>
        <p:spPr>
          <a:xfrm>
            <a:off x="37650" y="228600"/>
            <a:ext cx="216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Anđela Živković</a:t>
            </a:r>
            <a:br>
              <a:rPr lang="en">
                <a:latin typeface="Sora"/>
                <a:ea typeface="Sora"/>
                <a:cs typeface="Sora"/>
                <a:sym typeface="Sora"/>
              </a:rPr>
            </a:br>
            <a:r>
              <a:rPr lang="en">
                <a:latin typeface="Sora"/>
                <a:ea typeface="Sora"/>
                <a:cs typeface="Sora"/>
                <a:sym typeface="Sora"/>
              </a:rPr>
              <a:t>Br. indeksa: 1822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68" name="Google Shape;1768;p101"/>
          <p:cNvSpPr txBox="1"/>
          <p:nvPr>
            <p:ph type="title"/>
          </p:nvPr>
        </p:nvSpPr>
        <p:spPr>
          <a:xfrm>
            <a:off x="37650" y="1895400"/>
            <a:ext cx="5876700" cy="217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600">
                <a:solidFill>
                  <a:schemeClr val="dk2"/>
                </a:solidFill>
              </a:rPr>
              <a:t>Upravljanje asinhronim stanjem i keširanjem podataka u React aplikacijama</a:t>
            </a:r>
            <a:endParaRPr sz="4600">
              <a:solidFill>
                <a:schemeClr val="dk2"/>
              </a:solidFill>
            </a:endParaRPr>
          </a:p>
        </p:txBody>
      </p:sp>
      <p:sp>
        <p:nvSpPr>
          <p:cNvPr id="1769" name="Google Shape;1769;p10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100">
                <a:latin typeface="Sora"/>
                <a:ea typeface="Sora"/>
                <a:cs typeface="Sora"/>
                <a:sym typeface="Sora"/>
              </a:rPr>
              <a:t>TanStack Query biblioteka</a:t>
            </a:r>
            <a:endParaRPr sz="21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102"/>
          <p:cNvSpPr txBox="1"/>
          <p:nvPr>
            <p:ph idx="3" type="title"/>
          </p:nvPr>
        </p:nvSpPr>
        <p:spPr>
          <a:xfrm>
            <a:off x="92850" y="414375"/>
            <a:ext cx="39417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Problemi koje rešavamo</a:t>
            </a:r>
            <a:endParaRPr/>
          </a:p>
        </p:txBody>
      </p:sp>
      <p:sp>
        <p:nvSpPr>
          <p:cNvPr id="1775" name="Google Shape;1775;p102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lang="en"/>
              <a:t>5.</a:t>
            </a:r>
            <a:endParaRPr b="0"/>
          </a:p>
        </p:txBody>
      </p:sp>
      <p:sp>
        <p:nvSpPr>
          <p:cNvPr id="1776" name="Google Shape;1776;p102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Složeno upravljanje stanjima: loading, error, success</a:t>
            </a:r>
            <a:endParaRPr/>
          </a:p>
        </p:txBody>
      </p:sp>
      <p:sp>
        <p:nvSpPr>
          <p:cNvPr id="1777" name="Google Shape;1777;p102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lang="en"/>
              <a:t>4.</a:t>
            </a:r>
            <a:endParaRPr b="0"/>
          </a:p>
        </p:txBody>
      </p:sp>
      <p:sp>
        <p:nvSpPr>
          <p:cNvPr id="1778" name="Google Shape;1778;p102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Nepotrebni pozivi ka API-ju</a:t>
            </a:r>
            <a:endParaRPr/>
          </a:p>
        </p:txBody>
      </p:sp>
      <p:sp>
        <p:nvSpPr>
          <p:cNvPr id="1779" name="Google Shape;1779;p102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1780" name="Google Shape;1780;p102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Keširanje podataka i sinhronizacija sa serverom</a:t>
            </a:r>
            <a:endParaRPr/>
          </a:p>
        </p:txBody>
      </p:sp>
      <p:sp>
        <p:nvSpPr>
          <p:cNvPr id="1781" name="Google Shape;1781;p102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lang="en"/>
              <a:t>2.</a:t>
            </a:r>
            <a:endParaRPr b="0"/>
          </a:p>
        </p:txBody>
      </p:sp>
      <p:sp>
        <p:nvSpPr>
          <p:cNvPr id="1782" name="Google Shape;1782;p102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Upravljanje asinhronim stanjem (data fetching)</a:t>
            </a:r>
            <a:endParaRPr/>
          </a:p>
        </p:txBody>
      </p:sp>
      <p:sp>
        <p:nvSpPr>
          <p:cNvPr id="1783" name="Google Shape;1783;p102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lang="en"/>
              <a:t>1.</a:t>
            </a:r>
            <a:endParaRPr b="0"/>
          </a:p>
        </p:txBody>
      </p:sp>
      <p:sp>
        <p:nvSpPr>
          <p:cNvPr id="1784" name="Google Shape;1784;p102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Clean code</a:t>
            </a:r>
            <a:endParaRPr/>
          </a:p>
        </p:txBody>
      </p:sp>
      <p:sp>
        <p:nvSpPr>
          <p:cNvPr id="1785" name="Google Shape;1785;p102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lang="en"/>
              <a:t>6.</a:t>
            </a:r>
            <a:endParaRPr b="0"/>
          </a:p>
        </p:txBody>
      </p:sp>
      <p:sp>
        <p:nvSpPr>
          <p:cNvPr id="1786" name="Google Shape;1786;p102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Refetching i revalidacija podataka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103"/>
          <p:cNvSpPr txBox="1"/>
          <p:nvPr>
            <p:ph idx="2" type="title"/>
          </p:nvPr>
        </p:nvSpPr>
        <p:spPr>
          <a:xfrm>
            <a:off x="115025" y="406250"/>
            <a:ext cx="88860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500"/>
              <a:t>Tradicionalno rešenje: useState + useEffect</a:t>
            </a:r>
            <a:endParaRPr sz="3100"/>
          </a:p>
        </p:txBody>
      </p:sp>
      <p:sp>
        <p:nvSpPr>
          <p:cNvPr id="1792" name="Google Shape;1792;p103"/>
          <p:cNvSpPr txBox="1"/>
          <p:nvPr/>
        </p:nvSpPr>
        <p:spPr>
          <a:xfrm>
            <a:off x="115025" y="1662750"/>
            <a:ext cx="4256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D73A49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2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Ručno upravljanje </a:t>
            </a:r>
            <a:r>
              <a:rPr b="0" i="0" lang="en" sz="1200" u="none" cap="none" strike="noStrike">
                <a:solidFill>
                  <a:srgbClr val="6F42C1"/>
                </a:solidFill>
                <a:latin typeface="Arial"/>
                <a:ea typeface="Arial"/>
                <a:cs typeface="Arial"/>
                <a:sym typeface="Arial"/>
              </a:rPr>
              <a:t>stanjima</a:t>
            </a:r>
            <a:r>
              <a:rPr b="0" i="0" lang="en" sz="12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(loading, error, data)</a:t>
            </a:r>
            <a:endParaRPr b="0" i="0" sz="12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D73A49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2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useEffect za svaki </a:t>
            </a:r>
            <a:r>
              <a:rPr b="0" i="0" lang="en" sz="1200" u="none" cap="none" strike="noStrike">
                <a:solidFill>
                  <a:srgbClr val="005CC5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r>
              <a:rPr b="0" i="0" lang="en" sz="12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poziv</a:t>
            </a:r>
            <a:endParaRPr b="0" i="0" sz="12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D73A49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2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Nema automatskog keširanja</a:t>
            </a:r>
            <a:endParaRPr b="0" i="0" sz="12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3" name="Google Shape;1793;p103" title="slide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2425" y="842500"/>
            <a:ext cx="2546003" cy="419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p103"/>
          <p:cNvSpPr txBox="1"/>
          <p:nvPr/>
        </p:nvSpPr>
        <p:spPr>
          <a:xfrm>
            <a:off x="115025" y="3243900"/>
            <a:ext cx="29709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D73A49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2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Ponovljeni </a:t>
            </a:r>
            <a:r>
              <a:rPr b="0" i="0" lang="en" sz="1200" u="none" cap="none" strike="noStrike">
                <a:solidFill>
                  <a:srgbClr val="6F42C1"/>
                </a:solidFill>
                <a:latin typeface="Arial"/>
                <a:ea typeface="Arial"/>
                <a:cs typeface="Arial"/>
                <a:sym typeface="Arial"/>
              </a:rPr>
              <a:t>kod</a:t>
            </a:r>
            <a:r>
              <a:rPr b="0" i="0" lang="en" sz="12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(boilerplate)</a:t>
            </a:r>
            <a:endParaRPr b="0" i="0" sz="12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D73A49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2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Teško testiranje</a:t>
            </a:r>
            <a:endParaRPr b="0" i="0" sz="12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D73A49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2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Gubici performansi</a:t>
            </a:r>
            <a:endParaRPr b="0" i="0" sz="13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95" name="Google Shape;1795;p103"/>
          <p:cNvSpPr/>
          <p:nvPr/>
        </p:nvSpPr>
        <p:spPr>
          <a:xfrm>
            <a:off x="1419425" y="2357425"/>
            <a:ext cx="362100" cy="820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104"/>
          <p:cNvSpPr txBox="1"/>
          <p:nvPr>
            <p:ph idx="2" type="body"/>
          </p:nvPr>
        </p:nvSpPr>
        <p:spPr>
          <a:xfrm>
            <a:off x="228600" y="1766075"/>
            <a:ext cx="4249800" cy="21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Moćna biblioteka za upravljanje asinhronim stanjem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Automatsko keširanje podataka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Background refetching i revalidacija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Built-in loading i error stanja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Optimizovana ažuriranja (invalidate query)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DevTools za debugging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10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802" name="Google Shape;1802;p104"/>
          <p:cNvSpPr txBox="1"/>
          <p:nvPr>
            <p:ph idx="3" type="title"/>
          </p:nvPr>
        </p:nvSpPr>
        <p:spPr>
          <a:xfrm>
            <a:off x="801450" y="457200"/>
            <a:ext cx="75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TanStack Query kao rešenje</a:t>
            </a:r>
            <a:endParaRPr/>
          </a:p>
        </p:txBody>
      </p:sp>
      <p:pic>
        <p:nvPicPr>
          <p:cNvPr id="1803" name="Google Shape;1803;p104" title="logo tanst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8025" y="166075"/>
            <a:ext cx="2302750" cy="23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05"/>
          <p:cNvSpPr/>
          <p:nvPr/>
        </p:nvSpPr>
        <p:spPr>
          <a:xfrm flipH="1" rot="10800000">
            <a:off x="3820750" y="273203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09" name="Google Shape;1809;p105"/>
          <p:cNvSpPr/>
          <p:nvPr/>
        </p:nvSpPr>
        <p:spPr>
          <a:xfrm flipH="1" rot="10800000">
            <a:off x="3820750" y="354096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10" name="Google Shape;1810;p105"/>
          <p:cNvSpPr/>
          <p:nvPr/>
        </p:nvSpPr>
        <p:spPr>
          <a:xfrm flipH="1" rot="10800000">
            <a:off x="3820750" y="19491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11" name="Google Shape;1811;p105"/>
          <p:cNvSpPr txBox="1"/>
          <p:nvPr>
            <p:ph idx="3" type="title"/>
          </p:nvPr>
        </p:nvSpPr>
        <p:spPr>
          <a:xfrm>
            <a:off x="1129950" y="1992625"/>
            <a:ext cx="2291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Automatsko keširanje - podaci se čuvaju u keš memoriji</a:t>
            </a:r>
            <a:endParaRPr/>
          </a:p>
        </p:txBody>
      </p:sp>
      <p:sp>
        <p:nvSpPr>
          <p:cNvPr id="1812" name="Google Shape;1812;p105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Pagination &amp; infinite scroll - ugrađena podrška</a:t>
            </a:r>
            <a:endParaRPr/>
          </a:p>
        </p:txBody>
      </p:sp>
      <p:sp>
        <p:nvSpPr>
          <p:cNvPr id="1813" name="Google Shape;1813;p105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Optimistic updates - UI se ažurira pre servera</a:t>
            </a:r>
            <a:endParaRPr/>
          </a:p>
        </p:txBody>
      </p:sp>
      <p:sp>
        <p:nvSpPr>
          <p:cNvPr id="1814" name="Google Shape;1814;p105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Mnogo manje koda - Deklarativan pristup</a:t>
            </a:r>
            <a:endParaRPr/>
          </a:p>
        </p:txBody>
      </p:sp>
      <p:sp>
        <p:nvSpPr>
          <p:cNvPr id="1815" name="Google Shape;1815;p105"/>
          <p:cNvSpPr txBox="1"/>
          <p:nvPr>
            <p:ph idx="4" type="title"/>
          </p:nvPr>
        </p:nvSpPr>
        <p:spPr>
          <a:xfrm>
            <a:off x="1129950" y="2801600"/>
            <a:ext cx="2291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Smart refetching - osvežavanje kada je potrebno</a:t>
            </a:r>
            <a:endParaRPr/>
          </a:p>
        </p:txBody>
      </p:sp>
      <p:sp>
        <p:nvSpPr>
          <p:cNvPr id="1816" name="Google Shape;1816;p105"/>
          <p:cNvSpPr txBox="1"/>
          <p:nvPr>
            <p:ph idx="5" type="title"/>
          </p:nvPr>
        </p:nvSpPr>
        <p:spPr>
          <a:xfrm>
            <a:off x="1129950" y="3610575"/>
            <a:ext cx="23508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Stale-while-revalidate - prikazuje stare podatke dok se učitavaju novi</a:t>
            </a:r>
            <a:endParaRPr/>
          </a:p>
        </p:txBody>
      </p:sp>
      <p:sp>
        <p:nvSpPr>
          <p:cNvPr id="1817" name="Google Shape;1817;p105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Zašto TanStack Query?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106"/>
          <p:cNvSpPr txBox="1"/>
          <p:nvPr>
            <p:ph idx="1" type="body"/>
          </p:nvPr>
        </p:nvSpPr>
        <p:spPr>
          <a:xfrm>
            <a:off x="5743750" y="1862200"/>
            <a:ext cx="30213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1 useQuery hook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Automatski isLoading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Automatski error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Automatski isPending()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Automatski keš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1823" name="Google Shape;1823;p106"/>
          <p:cNvSpPr txBox="1"/>
          <p:nvPr>
            <p:ph idx="2" type="body"/>
          </p:nvPr>
        </p:nvSpPr>
        <p:spPr>
          <a:xfrm>
            <a:off x="5743750" y="2781175"/>
            <a:ext cx="30213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queryKey za invalidaciju</a:t>
            </a:r>
            <a:endParaRPr/>
          </a:p>
        </p:txBody>
      </p:sp>
      <p:sp>
        <p:nvSpPr>
          <p:cNvPr id="1824" name="Google Shape;1824;p106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~10 linija koda</a:t>
            </a:r>
            <a:endParaRPr/>
          </a:p>
        </p:txBody>
      </p:sp>
      <p:sp>
        <p:nvSpPr>
          <p:cNvPr id="1825" name="Google Shape;1825;p106"/>
          <p:cNvSpPr/>
          <p:nvPr/>
        </p:nvSpPr>
        <p:spPr>
          <a:xfrm>
            <a:off x="1473900" y="1406949"/>
            <a:ext cx="1899600" cy="286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2"/>
              </a:gs>
              <a:gs pos="40000">
                <a:schemeClr val="accent2"/>
              </a:gs>
              <a:gs pos="100000">
                <a:schemeClr val="lt2"/>
              </a:gs>
            </a:gsLst>
            <a:lin ang="2698631" scaled="0"/>
          </a:gradFill>
          <a:ln>
            <a:noFill/>
          </a:ln>
          <a:effectLst>
            <a:outerShdw blurRad="357188" rotWithShape="0" algn="bl">
              <a:schemeClr val="lt2">
                <a:alpha val="50196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useState + useEffect</a:t>
            </a:r>
            <a:endParaRPr b="0" i="0" sz="1200" u="none" cap="none" strike="noStrik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826" name="Google Shape;1826;p106"/>
          <p:cNvSpPr txBox="1"/>
          <p:nvPr>
            <p:ph idx="13" type="title"/>
          </p:nvPr>
        </p:nvSpPr>
        <p:spPr>
          <a:xfrm>
            <a:off x="148500" y="593000"/>
            <a:ext cx="8753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300"/>
              <a:t>Poređenje tradicionalnog pristupa(React hooks) i TanStack Query</a:t>
            </a:r>
            <a:endParaRPr sz="2300"/>
          </a:p>
        </p:txBody>
      </p:sp>
      <p:sp>
        <p:nvSpPr>
          <p:cNvPr id="1827" name="Google Shape;1827;p106"/>
          <p:cNvSpPr/>
          <p:nvPr/>
        </p:nvSpPr>
        <p:spPr>
          <a:xfrm>
            <a:off x="5853000" y="1406949"/>
            <a:ext cx="1899600" cy="286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2"/>
              </a:gs>
              <a:gs pos="40000">
                <a:schemeClr val="accent2"/>
              </a:gs>
              <a:gs pos="100000">
                <a:schemeClr val="lt2"/>
              </a:gs>
            </a:gsLst>
            <a:lin ang="2698631" scaled="0"/>
          </a:gradFill>
          <a:ln>
            <a:noFill/>
          </a:ln>
          <a:effectLst>
            <a:outerShdw blurRad="357188" rotWithShape="0" algn="bl">
              <a:schemeClr val="lt2">
                <a:alpha val="50196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TanStack Query</a:t>
            </a:r>
            <a:endParaRPr b="0" i="0" sz="1200" u="none" cap="none" strike="noStrik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828" name="Google Shape;1828;p106"/>
          <p:cNvSpPr txBox="1"/>
          <p:nvPr>
            <p:ph idx="1" type="body"/>
          </p:nvPr>
        </p:nvSpPr>
        <p:spPr>
          <a:xfrm>
            <a:off x="819150" y="1861375"/>
            <a:ext cx="30213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3 useState hook-a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Ručno setLoading(true/false)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Ručno setError()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Ručno setIsPending()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Ručno keširanje</a:t>
            </a:r>
            <a:endParaRPr/>
          </a:p>
        </p:txBody>
      </p:sp>
      <p:sp>
        <p:nvSpPr>
          <p:cNvPr id="1829" name="Google Shape;1829;p106"/>
          <p:cNvSpPr txBox="1"/>
          <p:nvPr>
            <p:ph idx="1" type="body"/>
          </p:nvPr>
        </p:nvSpPr>
        <p:spPr>
          <a:xfrm>
            <a:off x="819150" y="2775775"/>
            <a:ext cx="30213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useEffect za dependencies</a:t>
            </a:r>
            <a:endParaRPr/>
          </a:p>
        </p:txBody>
      </p:sp>
      <p:sp>
        <p:nvSpPr>
          <p:cNvPr id="1830" name="Google Shape;1830;p106"/>
          <p:cNvSpPr txBox="1"/>
          <p:nvPr>
            <p:ph idx="1" type="body"/>
          </p:nvPr>
        </p:nvSpPr>
        <p:spPr>
          <a:xfrm>
            <a:off x="819150" y="3775350"/>
            <a:ext cx="30213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~30+ linija koda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107"/>
          <p:cNvSpPr txBox="1"/>
          <p:nvPr>
            <p:ph idx="5" type="title"/>
          </p:nvPr>
        </p:nvSpPr>
        <p:spPr>
          <a:xfrm>
            <a:off x="1677450" y="376988"/>
            <a:ext cx="57891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useQuery - Data Fetching</a:t>
            </a:r>
            <a:endParaRPr/>
          </a:p>
        </p:txBody>
      </p:sp>
      <p:sp>
        <p:nvSpPr>
          <p:cNvPr id="1836" name="Google Shape;1836;p107"/>
          <p:cNvSpPr txBox="1"/>
          <p:nvPr/>
        </p:nvSpPr>
        <p:spPr>
          <a:xfrm>
            <a:off x="228600" y="1075100"/>
            <a:ext cx="5851500" cy="12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useQuery({</a:t>
            </a:r>
            <a:endParaRPr b="0" i="0" sz="12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queryKey: ['posts', page],      // Jedinstveni identifikator</a:t>
            </a:r>
            <a:endParaRPr b="0" i="0" sz="12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queryFn: () =&gt; fetchPosts(page), // Funkcija za dohvat</a:t>
            </a:r>
            <a:endParaRPr b="0" i="0" sz="12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staleTime: 5 * 60 * 1000,        // Vreme važnosti keša</a:t>
            </a:r>
            <a:endParaRPr b="0" i="0" sz="12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placeholderData: keepPreviousData, // Prikaži stare dok se učitavaju novi</a:t>
            </a:r>
            <a:endParaRPr b="0" i="0" sz="12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})</a:t>
            </a:r>
            <a:endParaRPr b="0" i="0" sz="12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108"/>
          <p:cNvSpPr/>
          <p:nvPr/>
        </p:nvSpPr>
        <p:spPr>
          <a:xfrm>
            <a:off x="6450463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42" name="Google Shape;1842;p108"/>
          <p:cNvSpPr/>
          <p:nvPr/>
        </p:nvSpPr>
        <p:spPr>
          <a:xfrm>
            <a:off x="2721150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43" name="Google Shape;1843;p108"/>
          <p:cNvSpPr/>
          <p:nvPr/>
        </p:nvSpPr>
        <p:spPr>
          <a:xfrm>
            <a:off x="4577544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44" name="Google Shape;1844;p108"/>
          <p:cNvSpPr/>
          <p:nvPr/>
        </p:nvSpPr>
        <p:spPr>
          <a:xfrm>
            <a:off x="857838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45" name="Google Shape;1845;p108"/>
          <p:cNvSpPr/>
          <p:nvPr/>
        </p:nvSpPr>
        <p:spPr>
          <a:xfrm>
            <a:off x="6450481" y="1068125"/>
            <a:ext cx="2006700" cy="34779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77000">
                <a:schemeClr val="accent1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46" name="Google Shape;1846;p108"/>
          <p:cNvSpPr txBox="1"/>
          <p:nvPr>
            <p:ph idx="13" type="subTitle"/>
          </p:nvPr>
        </p:nvSpPr>
        <p:spPr>
          <a:xfrm>
            <a:off x="1085838" y="1828988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Status učitavanja (Loading &amp; Fetching)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847" name="Google Shape;1847;p108"/>
          <p:cNvSpPr txBox="1"/>
          <p:nvPr>
            <p:ph idx="3" type="subTitle"/>
          </p:nvPr>
        </p:nvSpPr>
        <p:spPr>
          <a:xfrm>
            <a:off x="1085850" y="251535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fetchStatus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r>
              <a:rPr lang="en"/>
              <a:t>isPending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isFetching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isRefetching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isPaused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108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Success &amp; Error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849" name="Google Shape;1849;p108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isSuccess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isError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isLoadingError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isRefetchError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failureCount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failureReason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108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Podaci i cache (Data &amp; Cache)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851" name="Google Shape;1851;p108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isFetched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isFetchedAfterMount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isStale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dataUpdatedAt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errorUpdatedAt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108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Infinite query (Paginacija)</a:t>
            </a:r>
            <a:endParaRPr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853" name="Google Shape;1853;p108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hasNextPage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hasPreviousPage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isFetchingNextPage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isFetchingPreviousPage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fetchNextPage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fetchPreviousPage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54" name="Google Shape;1854;p108"/>
          <p:cNvSpPr txBox="1"/>
          <p:nvPr>
            <p:ph idx="17" type="title"/>
          </p:nvPr>
        </p:nvSpPr>
        <p:spPr>
          <a:xfrm>
            <a:off x="1631550" y="13899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855" name="Google Shape;1855;p108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856" name="Google Shape;1856;p108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857" name="Google Shape;1857;p108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109"/>
          <p:cNvSpPr txBox="1"/>
          <p:nvPr>
            <p:ph type="title"/>
          </p:nvPr>
        </p:nvSpPr>
        <p:spPr>
          <a:xfrm>
            <a:off x="228600" y="1160225"/>
            <a:ext cx="4732200" cy="19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const { mutate: createPost, isPending } = useMutation({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mutationFn: addPost,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onSuccess: () =&gt; {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queryClient.invalidateQueries({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queryKey: ['posts'],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});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setNewTitle('');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},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});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600"/>
          </a:p>
        </p:txBody>
      </p:sp>
      <p:sp>
        <p:nvSpPr>
          <p:cNvPr id="1863" name="Google Shape;1863;p109"/>
          <p:cNvSpPr txBox="1"/>
          <p:nvPr>
            <p:ph idx="5" type="title"/>
          </p:nvPr>
        </p:nvSpPr>
        <p:spPr>
          <a:xfrm>
            <a:off x="3257950" y="186750"/>
            <a:ext cx="35445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sz="3640"/>
              <a:t>Mutacije</a:t>
            </a:r>
            <a:endParaRPr sz="3640"/>
          </a:p>
        </p:txBody>
      </p:sp>
      <p:sp>
        <p:nvSpPr>
          <p:cNvPr id="1864" name="Google Shape;1864;p109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9" name="Google Shape;1869;p110" title="dev tool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4125" y="152400"/>
            <a:ext cx="376746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11"/>
          <p:cNvSpPr txBox="1"/>
          <p:nvPr>
            <p:ph type="title"/>
          </p:nvPr>
        </p:nvSpPr>
        <p:spPr>
          <a:xfrm>
            <a:off x="228450" y="282450"/>
            <a:ext cx="50340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Performanse - poređenje</a:t>
            </a:r>
            <a:endParaRPr sz="3000"/>
          </a:p>
        </p:txBody>
      </p:sp>
      <p:pic>
        <p:nvPicPr>
          <p:cNvPr id="1875" name="Google Shape;1875;p111" title="Cap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463" y="868575"/>
            <a:ext cx="8080326" cy="404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112"/>
          <p:cNvSpPr txBox="1"/>
          <p:nvPr>
            <p:ph idx="3" type="title"/>
          </p:nvPr>
        </p:nvSpPr>
        <p:spPr>
          <a:xfrm>
            <a:off x="115025" y="471075"/>
            <a:ext cx="45924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/>
              <a:t>TanStack Query code</a:t>
            </a:r>
            <a:endParaRPr sz="3000"/>
          </a:p>
        </p:txBody>
      </p:sp>
      <p:pic>
        <p:nvPicPr>
          <p:cNvPr id="1881" name="Google Shape;1881;p112" title="sli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6863" y="152400"/>
            <a:ext cx="372782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6" name="Google Shape;1886;p11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6450"/>
            <a:ext cx="8839200" cy="4370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114"/>
          <p:cNvSpPr txBox="1"/>
          <p:nvPr>
            <p:ph type="title"/>
          </p:nvPr>
        </p:nvSpPr>
        <p:spPr>
          <a:xfrm>
            <a:off x="3046500" y="282450"/>
            <a:ext cx="34926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Zaključak</a:t>
            </a:r>
            <a:endParaRPr/>
          </a:p>
        </p:txBody>
      </p:sp>
      <p:sp>
        <p:nvSpPr>
          <p:cNvPr id="1892" name="Google Shape;1892;p114"/>
          <p:cNvSpPr txBox="1"/>
          <p:nvPr>
            <p:ph idx="1" type="subTitle"/>
          </p:nvPr>
        </p:nvSpPr>
        <p:spPr>
          <a:xfrm>
            <a:off x="163725" y="1184350"/>
            <a:ext cx="8751600" cy="2547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 današnjem razvoju web aplikacija, gde radimo sa velikim količinama podataka i kompleksnim server-state-om, teško je zamisliti rad na velikom projektu bez biblioteke poput TanStack Query. Ona nam ne samo da </a:t>
            </a:r>
            <a:r>
              <a:rPr b="1" lang="en" sz="13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automatizuje fetch, keširanje i refetch podataka</a:t>
            </a:r>
            <a:r>
              <a:rPr lang="en" sz="13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već i olakšava upravljanje mutacijama, optimizovanim  update-ima i paginacijom.</a:t>
            </a:r>
            <a:endParaRPr sz="13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Za razliku od konkurentskih rešenja, TanStack Query je </a:t>
            </a:r>
            <a:r>
              <a:rPr b="1" lang="en" sz="13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lagan, fleksibilan i potpuno integrisan sa React-om</a:t>
            </a:r>
            <a:r>
              <a:rPr lang="en" sz="13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pružajući moćan sistem DevTools za debugovanje i praćenje svih query-ja i mutacija.</a:t>
            </a:r>
            <a:endParaRPr sz="13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Ukratko, omogućava nam da se fokusiramo na </a:t>
            </a:r>
            <a:r>
              <a:rPr b="1" lang="en" sz="13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business logiku i UI</a:t>
            </a:r>
            <a:r>
              <a:rPr lang="en" sz="13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dok biblioteka preuzima brigu o svim izazovima server-state-a, što čini razvoj </a:t>
            </a:r>
            <a:r>
              <a:rPr b="1" lang="en" sz="13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bržim, stabilnijim i skalabilnijim</a:t>
            </a:r>
            <a:r>
              <a:rPr lang="en" sz="13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sz="14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115"/>
          <p:cNvSpPr txBox="1"/>
          <p:nvPr>
            <p:ph type="title"/>
          </p:nvPr>
        </p:nvSpPr>
        <p:spPr>
          <a:xfrm>
            <a:off x="2662050" y="1569925"/>
            <a:ext cx="3819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en"/>
              <a:t>Hvala na pažnji!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